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11430000" y="-457200"/>
            <a:ext cx="1371600" cy="1371600"/>
          </a:xfrm>
          <a:prstGeom prst="triangle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-457200" y="6217920"/>
            <a:ext cx="3657600" cy="914400"/>
          </a:xfrm>
          <a:prstGeom prst="trapezoid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N-T-AI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43C6E"/>
                </a:solidFill>
              </a:defRPr>
            </a:pPr>
            <a:r>
              <a:t>Test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This is a test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Bullet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Bullet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