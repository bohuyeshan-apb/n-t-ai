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《我的世界》简介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全球最畅销的沙盒游戏之一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核心玩法：探索、建造、生存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平台：PC、主机、移动设备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核心特色：无限创造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由方块构成的开放世界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自由建造：从简单小屋到宏伟城市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激发玩家创造力与想象力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核心玩法：生存模式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收集资源（木材、矿石）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制作工具、武器和装备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抵御怪物（夜晚的僵尸、苦力怕）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建立庇护所，管理饥饿与生命值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核心玩法：冒险与探索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生成无限大的独特世界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探索多样生物群系（森林、沙漠、雪山）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发现地下洞穴、废弃矿井、要塞等结构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寻找稀有资源与宝藏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丰富的生物与互动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被动生物：牛、羊、猪（提供资源）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中立生物：末影人、狼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敌对生物：僵尸、骷髅、爬行者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与村民交易，建立农场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红石系统：游戏内的工程学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类似电路的特殊资源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可创造自动化机械与复杂装置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例如：自动门、矿车系统、陷阱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提升游戏的技术深度与可玩性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多人游戏与社区文化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与朋友联机合作或竞争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加入大型服务器参与小游戏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活跃的模组（Mod）与地图创作社区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教育版应用于编程与团队协作教学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总结：为什么《我的世界》如此成功？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极致的自由度和创造性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融合生存、冒险、建造与工程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强大的社区生态与持续更新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• 不仅是游戏，更是一个数字创作平台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