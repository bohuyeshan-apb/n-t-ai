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产品发布</c:v>
                </c:pt>
                <c:pt idx="1">
                  <c:v>融资/财报</c:v>
                </c:pt>
                <c:pt idx="2">
                  <c:v>模型/论文</c:v>
                </c:pt>
                <c:pt idx="3">
                  <c:v>政策/监管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11430000" y="-457200"/>
            <a:ext cx="1371600" cy="1371600"/>
          </a:xfrm>
          <a:prstGeom prst="triangl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-457200" y="6217920"/>
            <a:ext cx="3657600" cy="914400"/>
          </a:xfrm>
          <a:prstGeom prst="trapezoid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N-T-AI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3C6E"/>
                </a:solidFill>
              </a:defRPr>
            </a:pPr>
            <a:r>
              <a:t>原始需求:</a:t>
            </a:r>
            <a:br/>
            <a:r>
              <a:t>给我调研近期AI相关资讯生产一份docx和pptx,简短后者需要几何风格淡蓝色为主色调,两个文件需要图文并茂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图文并茂 / 含表格与柱状图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11430000" y="-457200"/>
            <a:ext cx="1371600" cy="1371600"/>
          </a:xfrm>
          <a:prstGeom prst="triangl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-457200" y="6217920"/>
            <a:ext cx="3657600" cy="914400"/>
          </a:xfrm>
          <a:prstGeom prst="trapezoid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N-T-AI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3C6E"/>
                </a:solidFill>
              </a:defRPr>
            </a:pPr>
            <a:r>
              <a:t>关键要点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## Step: Step 1: 信息收集与筛选：聚焦过去30天全球范围内AI智能体（Agent）和多模态AI领域的关键资讯，包括技术突破、重要产品发布、主要公司动态、投融资事件及行业报告。</a:t>
            </a:r>
            <a:br/>
            <a:r>
              <a:t>已写入临时笔记文件: workspace\f58f351e-b417-4062-8cf8-cfc75fc1def7\notes\step_1_web.md</a:t>
            </a:r>
            <a:br/>
            <a:br/>
            <a:r>
              <a:t>关键来源:</a:t>
            </a:r>
            <a:br/>
            <a:r>
              <a:t>- AI 电力，谁是盈利最强企 业 ？ - OFweek电力网 (https://power.ofweek.com/2025-12/ART-35007-8120-30676379.html)</a:t>
            </a:r>
            <a:br/>
            <a:r>
              <a:t>- 人工 智 能 AI 和法律：机器人给你当律师会是什么样 - BBC News 中文 (https://www.bbc.com/zhongwen/simp/science-58236166)</a:t>
            </a:r>
            <a:br/>
            <a:r>
              <a:t>- 12 月 17日|20.7M/S，Singbox节点/V2ray节点/Shadowrocket节点/Clash... (https://www.freeclashnode.com/free-node/2025-12-17-free-v2ray.htm)</a:t>
            </a:r>
            <a:br/>
            <a:r>
              <a:t>- 投 资 低迷加剧，中国经济进入更保守时代 - 纽约时 报 中文网 (https://cn.nytimes.com/business/20251215/china-investment-economy/)</a:t>
            </a:r>
            <a:br/>
            <a:r>
              <a:t>- 51... (https://51qingliang.com/archives/202199/)</a:t>
            </a:r>
            <a:br/>
            <a:r>
              <a:t>- 中央财办：扩大内需是明 年 排在首位的重点任务 (https://www.guancha.cn/politics/2025_12_17_800668.shtml)</a:t>
            </a:r>
            <a:br/>
            <a:r>
              <a:t>- 《中国餐饮 产 业 发 展 报 告 ( 2025 )》正式 发 布 _ 东方财富网 (https://finance.eastmoney.com/a/202512173594212679.html)</a:t>
            </a:r>
            <a:br/>
            <a:r>
              <a:t>- 智 谱 AI 开源手机 智 能 体 框架AutoGLM，为隐私与自主可控 AI ... (https://daguoai.com/2551.html)</a:t>
            </a:r>
            <a:br/>
            <a:r>
              <a:t>- 【提示词并没有死，而是进入到深水区】重读我在PEC... (https://www.53ai.com/news/tishicikuangjia/2025121751376.html)</a:t>
            </a:r>
            <a:br/>
            <a:r>
              <a:t>- 英伟达 发 布 Nemotron 3开源 模 型系列：混合MoE架构+100万token上下文 (https://wallstreetcn.com/articles/3761432)</a:t>
            </a:r>
            <a:br/>
            <a:r>
              <a:t>- 刷屏的ChatGPT... (https://www.woshipm.com/ai/5699468.html)</a:t>
            </a:r>
            <a:br/>
            <a:r>
              <a:t>- video.creaders.net/ 2025 /12/1</a:t>
            </a:r>
            <a:br/>
            <a:r>
              <a:t>...[truncated]...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11430000" y="-457200"/>
            <a:ext cx="1371600" cy="1371600"/>
          </a:xfrm>
          <a:prstGeom prst="triangl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-457200" y="6217920"/>
            <a:ext cx="3657600" cy="914400"/>
          </a:xfrm>
          <a:prstGeom prst="trapezoid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N-T-AI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3C6E"/>
                </a:solidFill>
              </a:defRPr>
            </a:pPr>
            <a:r>
              <a:t>数据概览（示例）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如模型未返回统计数据，此处为占位示例，建议在下一轮检索补齐。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011680"/>
          <a:ext cx="10058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11430000" y="-457200"/>
            <a:ext cx="1371600" cy="1371600"/>
          </a:xfrm>
          <a:prstGeom prst="triangl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-457200" y="6217920"/>
            <a:ext cx="3657600" cy="914400"/>
          </a:xfrm>
          <a:prstGeom prst="trapezoid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N-T-AI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3C6E"/>
                </a:solidFill>
              </a:defRPr>
            </a:pPr>
            <a:r>
              <a:t>来源与证据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详见沙箱临时笔记文件（notes/step_*.md）。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