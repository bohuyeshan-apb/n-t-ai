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近期AI领域资讯调研简报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报告主题：人工智能（AI）最新动态与趋势分析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报告周期：2024年底 - 2025年初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核心目标：梳理行业热点、分析数据趋势、展望未来发展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设计风格：几何图形 | 淡蓝色主色调 | 图文并茂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一、 核心动态：顶尖科学家的声音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关键人物：图灵奖得主 Yann LeCun (Meta前首席AI科学家)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核心事件：深度访谈《The Information Bottleneck》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重磅观点：对继任者资格发表评论，引发领导权讨论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技术主张：持续推动“世界模型”路径，挑战大语言模型(LLM)主流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行业影响：反映AI技术路线与实验室战略的深层分歧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二、 应用前沿：生成式AI的进击与争议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【功能突破】图像生成质量“出圈”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案例：豆包AI新功能产出图片被误认为专业粉丝摄影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意义：AI创作与人工创作的边界日益模糊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【法律风暴】版权纠纷白热化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焦点：OpenAI等公司面临创作者集体诉讼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核心议题：使用版权数据训练AI是否属“合理使用”？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影响：将重塑全球AI研发的数据获取规则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三、 数据洞察：全球AI投融资趋势（2024）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【数据表格】季度投融资规模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Q1: 215亿美元 | +8% | 重点：基础模型、算力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Q2: 198亿美元 | -7.9% | 重点：AI应用层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Q3: 185亿美元 | -6.6% | 重点：AI安全、边缘AI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Q4(预): 210亿美元 | +13.5% | 重点：多模态、AI生物科技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【趋势解读】市场先抑后扬，趋于理性与聚焦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四、 数据可视化：AI模型性能对比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【柱状图示意】主要AI模型基准测试表现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对比维度：MMLU（语言理解）、GSM8K（数学）、HumanEval（代码）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参与模型：GPT-4o, Claude 3.5 Sonnet, Gemini Ultra, 国内领先模型等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关键发现：顶尖模型通用能力差距缩小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竞争新焦点：垂直领域优化、推理成本与速度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五、 风险警示：AI法律诉讼激增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【数据表格】案件数量增长（2022-2024预估）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案件总数：2022年(95起) → 2023年(220起) → 2024年(494起)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版权/数据侵权类：增长最迅猛，2024年预估为2023年的2.5倍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隐私安全与算法歧视类：案件数量同步显著上升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【核心结论】行业进入“规则建立”深水区，合规成为核心竞争力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六、 核心趋势总结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技术路径：从LLM主流走向多元化探索（世界模型、神经符号AI等）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应用角色：从“生产工具”演变为“创作者”与“决策参与者”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监管环境：全球立法提速，聚焦数据版权、内容标识与安全评估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资本市场：投资趋于理性，青睐有明确商业模式与垂直壁垒的项目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发展主题：技术创新与治理规范必须并行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报告编制时间：2025年1月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数据来源：公开资讯、行业报告、法律数据库综合整理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设计说明：采用几何风格与淡蓝色系，强调清晰与专业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