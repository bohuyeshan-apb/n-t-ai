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近期AI行业动态洞察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报告主题：人工智能关键趋势与市场分析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报告周期：2025年第四季度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核心视角：技术突破、生态竞争、终端应用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视觉风格：几何图形 | 淡蓝色主色调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核心趋势：三大关键领域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1. 算力依赖：英伟达Hopper架构成行业事实标准，迁移成本高昂。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2. 终端竞争：AI手机技术路线分化，引发市场“撕裂”。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3. 安全警示：头部公司披露API安全事件，数据合规性受关注。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数据洞察：AI算力芯片市场格局（2025E）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&lt;表格图像占位符&gt;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英伟达 (NVIDIA): 75% (主导地位)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AMD: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英特尔 (Intel): 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其他厂商: 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结论：市场高度集中，生态锁定效应显著。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数据洞察：AI手机渗透率迅猛增长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&lt;柱状图图像占位符&gt;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全球出货量 (百万台):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2023年: 50 | 渗透率: 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2024年: 120 | 渗透率: 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2025年(预测): 220 | 渗透率: 16%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趋势：AI正成为高端手机标配，年增长率超100%。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深度分析：算力生态的“锁定效应”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现状：CUDA生态 + 先进硬件 = 极高壁垒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影响：企业开发深度绑定，保证性能但降低灵活性。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挑战：推高整体运营成本，替代方案突破艰难。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几何图示：用嵌套的立方体表示层层依赖的生态体系。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深度分析：终端AI的“技术撕裂”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两条路径对比：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• 外挂式智能 (API/SDK): 开发快，体验依赖网络。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• 原生式智能 (芯片级): 延迟低、能效高、隐私好，研发门槛高。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影响：导致产品体验断层，重塑产业链价值分配。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几何图示：用分岔的箭头和不同形状表示技术路线的分化。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结论与未来展望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短期 (1-2年): 算力主导持续，终端竞争白热化。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中期 (3-5年): 替代算力方案局部突破，AI融入更多设备。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长期挑战: 数据安全、算法伦理、能耗与全球监管。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总结：AI进入“生态构建”与“场景落地”的深化阶段。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Q&amp;A 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欢迎提问与交流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联系方式与资料来源详见详细报告 (DOCX)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